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125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2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403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71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728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33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45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59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99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0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57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615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3282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4750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74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53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5050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972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0323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SoC</a:t>
            </a:r>
            <a:r>
              <a:rPr dirty="0"/>
              <a:t>-Based Out-of-Band Encryption Module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AES-256 Hardware Acceleration with Vitis &amp; ARM NEON</a:t>
            </a:r>
          </a:p>
          <a:p>
            <a:r>
              <a:t>Zynq Zybo Z7-10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Software-only encryption depends on OS security</a:t>
            </a:r>
          </a:p>
          <a:p>
            <a:r>
              <a:t>OS vulnerabilities can expose cryptographic keys</a:t>
            </a:r>
          </a:p>
          <a:p>
            <a:r>
              <a:t>Hardware-based security improves isolation</a:t>
            </a:r>
          </a:p>
          <a:p>
            <a:r>
              <a:t>Goal: Secure, OS-independent encryption using SoC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Platform: Zynq Zybo Z7-10 (ARM Cortex-A9 + FPGA)</a:t>
            </a:r>
          </a:p>
          <a:p>
            <a:r>
              <a:t>PS: Control logic, UART, Key Management System</a:t>
            </a:r>
          </a:p>
          <a:p>
            <a:r>
              <a:t>PL: AES-256 encryption/decryption accelerator</a:t>
            </a:r>
          </a:p>
          <a:p>
            <a:r>
              <a:t>Out-of-band communication using UART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 Architecture (PS–PL Co-design)</a:t>
            </a:r>
          </a:p>
        </p:txBody>
      </p:sp>
      <p:pic>
        <p:nvPicPr>
          <p:cNvPr id="3" name="Picture 2" descr="block design pr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2907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PS manages control &amp; KMS, PL performs AES-256 acceleration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AES-256 Algorithm Overview</a:t>
            </a:r>
          </a:p>
        </p:txBody>
      </p:sp>
      <p:pic>
        <p:nvPicPr>
          <p:cNvPr id="3" name="Picture 2" descr="aes algorith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5672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Encryption and decryption round structure (14 rounds)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AES-256 Hardware Implementation (PL)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in Verilog HDL</a:t>
            </a:r>
          </a:p>
          <a:p>
            <a:r>
              <a:t>128-bit data block, 256-bit key</a:t>
            </a:r>
          </a:p>
          <a:p>
            <a:r>
              <a:t>AXI-Lite interface for PS–PL communication</a:t>
            </a:r>
          </a:p>
          <a:p>
            <a:r>
              <a:t>Supports encryption and decryption modes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Vitis (PS) Software Implementation</a:t>
            </a:r>
          </a:p>
        </p:txBody>
      </p:sp>
      <p:pic>
        <p:nvPicPr>
          <p:cNvPr id="3" name="Picture 2" descr="vitis appl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6400800" cy="38127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Vitis application handling UART and AXI register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C# Application sends plaintext + key via UART</a:t>
            </a:r>
          </a:p>
          <a:p>
            <a:r>
              <a:t>PS receives data and configures AES core via AXI</a:t>
            </a:r>
          </a:p>
          <a:p>
            <a:r>
              <a:t>PL performs encryption/decryption</a:t>
            </a:r>
          </a:p>
          <a:p>
            <a:r>
              <a:t>Result sent back to PC via UART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ARM NEON Optimization (PS Side)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 1: Sum of array (scalar vs NEON)</a:t>
            </a:r>
          </a:p>
          <a:p>
            <a:r>
              <a:t>Task 2: 4×4 matrix multiplication</a:t>
            </a:r>
          </a:p>
          <a:p>
            <a:r>
              <a:t>Task 3: Edge detection on 2D image</a:t>
            </a:r>
          </a:p>
          <a:p>
            <a:r>
              <a:t>Demonstrates SIMD acceleration on Cortex-A9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 SoC-based secure encryption system</a:t>
            </a:r>
          </a:p>
          <a:p>
            <a:r>
              <a:t>Hardware AES improves security and performance</a:t>
            </a:r>
          </a:p>
          <a:p>
            <a:r>
              <a:t>NEON accelerates data-parallel workloads</a:t>
            </a:r>
          </a:p>
          <a:p>
            <a:r>
              <a:t>Future work: RSA/ECC, secure boot, performance analysis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</TotalTime>
  <Words>240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Tw Cen MT</vt:lpstr>
      <vt:lpstr>Circuit</vt:lpstr>
      <vt:lpstr>SoC-Based Out-of-Band Encryption Module</vt:lpstr>
      <vt:lpstr>Motivation &amp; Problem Statement</vt:lpstr>
      <vt:lpstr>System Overview</vt:lpstr>
      <vt:lpstr>SoC Architecture (PS–PL Co-design)</vt:lpstr>
      <vt:lpstr>AES-256 Algorithm Overview</vt:lpstr>
      <vt:lpstr>AES-256 Hardware Implementation (PL)</vt:lpstr>
      <vt:lpstr>Vitis (PS) Software Implementation</vt:lpstr>
      <vt:lpstr>End-to-End Data Flow</vt:lpstr>
      <vt:lpstr>ARM NEON Optimization (PS Side)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SoC-Based Out-of-Band Encryption Module</dc:title>
  <dc:subject/>
  <dc:creator/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2025-12-21T15:40:18Z</dcterms:modified>
  <cp:category/>
</cp:coreProperties>
</file>